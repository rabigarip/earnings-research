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05-12</c:v>
                </c:pt>
                <c:pt idx="1">
                  <c:v>05-19</c:v>
                </c:pt>
                <c:pt idx="2">
                  <c:v>05-26</c:v>
                </c:pt>
                <c:pt idx="3">
                  <c:v>06-02</c:v>
                </c:pt>
                <c:pt idx="4">
                  <c:v>06-09</c:v>
                </c:pt>
                <c:pt idx="5">
                  <c:v>06-16</c:v>
                </c:pt>
                <c:pt idx="6">
                  <c:v>06-23</c:v>
                </c:pt>
                <c:pt idx="7">
                  <c:v>06-30</c:v>
                </c:pt>
                <c:pt idx="8">
                  <c:v>07-08</c:v>
                </c:pt>
                <c:pt idx="9">
                  <c:v>07-15</c:v>
                </c:pt>
                <c:pt idx="10">
                  <c:v>07-22</c:v>
                </c:pt>
                <c:pt idx="11">
                  <c:v>07-29</c:v>
                </c:pt>
                <c:pt idx="12">
                  <c:v>08-05</c:v>
                </c:pt>
                <c:pt idx="13">
                  <c:v>08-12</c:v>
                </c:pt>
                <c:pt idx="14">
                  <c:v>08-19</c:v>
                </c:pt>
                <c:pt idx="15">
                  <c:v>08-26</c:v>
                </c:pt>
                <c:pt idx="16">
                  <c:v>09-02</c:v>
                </c:pt>
                <c:pt idx="17">
                  <c:v>09-09</c:v>
                </c:pt>
                <c:pt idx="18">
                  <c:v>09-16</c:v>
                </c:pt>
                <c:pt idx="19">
                  <c:v>09-23</c:v>
                </c:pt>
                <c:pt idx="20">
                  <c:v>09-30</c:v>
                </c:pt>
                <c:pt idx="21">
                  <c:v>10-09</c:v>
                </c:pt>
                <c:pt idx="22">
                  <c:v>10-16</c:v>
                </c:pt>
                <c:pt idx="23">
                  <c:v>10-23</c:v>
                </c:pt>
                <c:pt idx="24">
                  <c:v>10-31</c:v>
                </c:pt>
                <c:pt idx="25">
                  <c:v>11-07</c:v>
                </c:pt>
                <c:pt idx="26">
                  <c:v>11-14</c:v>
                </c:pt>
                <c:pt idx="27">
                  <c:v>11-21</c:v>
                </c:pt>
                <c:pt idx="28">
                  <c:v>11-28</c:v>
                </c:pt>
                <c:pt idx="29">
                  <c:v>12-05</c:v>
                </c:pt>
                <c:pt idx="30">
                  <c:v>12-12</c:v>
                </c:pt>
                <c:pt idx="31">
                  <c:v>12-19</c:v>
                </c:pt>
                <c:pt idx="32">
                  <c:v>12-30</c:v>
                </c:pt>
                <c:pt idx="33">
                  <c:v>01-07</c:v>
                </c:pt>
                <c:pt idx="34">
                  <c:v>01-14</c:v>
                </c:pt>
                <c:pt idx="35">
                  <c:v>01-21</c:v>
                </c:pt>
                <c:pt idx="36">
                  <c:v>01-28</c:v>
                </c:pt>
                <c:pt idx="37">
                  <c:v>02-04</c:v>
                </c:pt>
                <c:pt idx="38">
                  <c:v>02-11</c:v>
                </c:pt>
                <c:pt idx="39">
                  <c:v>02-23</c:v>
                </c:pt>
                <c:pt idx="40">
                  <c:v>03-02</c:v>
                </c:pt>
                <c:pt idx="41">
                  <c:v>03-09</c:v>
                </c:pt>
                <c:pt idx="42">
                  <c:v>03-16</c:v>
                </c:pt>
                <c:pt idx="43">
                  <c:v>03-23</c:v>
                </c:pt>
                <c:pt idx="44">
                  <c:v>03-30</c:v>
                </c:pt>
                <c:pt idx="45">
                  <c:v>04-09</c:v>
                </c:pt>
                <c:pt idx="46">
                  <c:v>04-16</c:v>
                </c:pt>
                <c:pt idx="47">
                  <c:v>04-23</c:v>
                </c:pt>
                <c:pt idx="48">
                  <c:v>04-30</c:v>
                </c:pt>
                <c:pt idx="49">
                  <c:v>05-08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517.5</c:v>
                </c:pt>
                <c:pt idx="1">
                  <c:v>514.0</c:v>
                </c:pt>
                <c:pt idx="2">
                  <c:v>510.0</c:v>
                </c:pt>
                <c:pt idx="3">
                  <c:v>498.3999938964844</c:v>
                </c:pt>
                <c:pt idx="4">
                  <c:v>518.0</c:v>
                </c:pt>
                <c:pt idx="5">
                  <c:v>509.5</c:v>
                </c:pt>
                <c:pt idx="6">
                  <c:v>504.0</c:v>
                </c:pt>
                <c:pt idx="7">
                  <c:v>503.0</c:v>
                </c:pt>
                <c:pt idx="8">
                  <c:v>504.5</c:v>
                </c:pt>
                <c:pt idx="9">
                  <c:v>517.5</c:v>
                </c:pt>
                <c:pt idx="10">
                  <c:v>526.0</c:v>
                </c:pt>
                <c:pt idx="11">
                  <c:v>555.0</c:v>
                </c:pt>
                <c:pt idx="12">
                  <c:v>559.0</c:v>
                </c:pt>
                <c:pt idx="13">
                  <c:v>559.5</c:v>
                </c:pt>
                <c:pt idx="14">
                  <c:v>592.5</c:v>
                </c:pt>
                <c:pt idx="15">
                  <c:v>609.5</c:v>
                </c:pt>
                <c:pt idx="16">
                  <c:v>600.5</c:v>
                </c:pt>
                <c:pt idx="17">
                  <c:v>627.0</c:v>
                </c:pt>
                <c:pt idx="18">
                  <c:v>645.0</c:v>
                </c:pt>
                <c:pt idx="19">
                  <c:v>635.5</c:v>
                </c:pt>
                <c:pt idx="20">
                  <c:v>663.0</c:v>
                </c:pt>
                <c:pt idx="21">
                  <c:v>675.5</c:v>
                </c:pt>
                <c:pt idx="22">
                  <c:v>620.0</c:v>
                </c:pt>
                <c:pt idx="23">
                  <c:v>633.0</c:v>
                </c:pt>
                <c:pt idx="24">
                  <c:v>629.0</c:v>
                </c:pt>
                <c:pt idx="25">
                  <c:v>634.0</c:v>
                </c:pt>
                <c:pt idx="26">
                  <c:v>641.0</c:v>
                </c:pt>
                <c:pt idx="27">
                  <c:v>610.0</c:v>
                </c:pt>
                <c:pt idx="28">
                  <c:v>611.5</c:v>
                </c:pt>
                <c:pt idx="29">
                  <c:v>610.0</c:v>
                </c:pt>
                <c:pt idx="30">
                  <c:v>616.0</c:v>
                </c:pt>
                <c:pt idx="31">
                  <c:v>614.0</c:v>
                </c:pt>
                <c:pt idx="32">
                  <c:v>600.0</c:v>
                </c:pt>
                <c:pt idx="33">
                  <c:v>624.5</c:v>
                </c:pt>
                <c:pt idx="34">
                  <c:v>633.0</c:v>
                </c:pt>
                <c:pt idx="35">
                  <c:v>602.5</c:v>
                </c:pt>
                <c:pt idx="36">
                  <c:v>621.0</c:v>
                </c:pt>
                <c:pt idx="37">
                  <c:v>558.0</c:v>
                </c:pt>
                <c:pt idx="38">
                  <c:v>548.0</c:v>
                </c:pt>
                <c:pt idx="39">
                  <c:v>538.0</c:v>
                </c:pt>
                <c:pt idx="40">
                  <c:v>514.0</c:v>
                </c:pt>
                <c:pt idx="41">
                  <c:v>516.0</c:v>
                </c:pt>
                <c:pt idx="42">
                  <c:v>558.5</c:v>
                </c:pt>
                <c:pt idx="43">
                  <c:v>498.3999938964844</c:v>
                </c:pt>
                <c:pt idx="44">
                  <c:v>481.6000061035156</c:v>
                </c:pt>
                <c:pt idx="45">
                  <c:v>508.5</c:v>
                </c:pt>
                <c:pt idx="46">
                  <c:v>517.0</c:v>
                </c:pt>
                <c:pt idx="47">
                  <c:v>495.20001220703125</c:v>
                </c:pt>
                <c:pt idx="48">
                  <c:v>467.79998779296875</c:v>
                </c:pt>
                <c:pt idx="49">
                  <c:v>471.3999938964844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Tencent Holdings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0700.HK  ·  Communication Services  ·  Internet Content &amp; Information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CNY 629.56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+37.7%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457.20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3.64T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15.2x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1.73%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-3.2%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-9.4%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-21.3%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-27.2%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-26.6%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CNY 457.20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CNY 677.50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18288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119786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CNY 457.20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Tencent Holdings Limited sits in the Communication Services sector (Internet Content &amp; Information). The shares trade at a P/E around 11.9x trailing earnings. Macro context: local-economy GDP growth recently at 2.5%.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1.73%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Marketscreener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0.8% last quarter; 1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CNY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94474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22388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3828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82988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07525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8965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84929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26935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18375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22.4x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37548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53125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4565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19.1x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83493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12577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04017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22.3x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442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188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1332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5714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49083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40523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13.5x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4171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9357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0797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11.9x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10x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15x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20x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26x</a:t>
            </a:r>
          </a:p>
        </p:txBody>
      </p:sp>
      <p:sp>
        <p:nvSpPr>
          <p:cNvPr id="49" name="Diamond 48"/>
          <p:cNvSpPr/>
          <p:nvPr/>
        </p:nvSpPr>
        <p:spPr>
          <a:xfrm>
            <a:off x="4291925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56517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(11.9x)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1208" y="8220456"/>
            <a:ext cx="1161950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83158" y="8220456"/>
            <a:ext cx="399420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82579" y="8220456"/>
            <a:ext cx="108932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69%   Hold 23%   Sell 6%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46 analysts covering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CNY 629.56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CNY 365 — 773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+37.7% vs last close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Zephirin Adjusts Tencent Holdings' Price Target to HK$420 from HK$480, Keeps at Strong Sell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Apr. 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SBG Securities Downgrades Tencent Holdings to Hold From Buy; Price Target is HK$650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Prosus Kept at Buy as BofA Notes Magnitude of Share Buyback; Forecasts Trimmed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