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OQ Exploration &amp;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OQEP.OM  ·  Energy  ·  Oil &amp; Gas Exploration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OMR 0.54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+8.0%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4.0B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13.1x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5.76%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OMR 0.45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OMR 0.55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OMR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OQ Exploration &amp; Production sits in the Energy sector (Oil &amp; Gas Exploration). Street consensus is buy (4 analysts covering); consensus target 0.54. The shares trade at a P/E around 13.1x trailing earnings. The macro and commodity backdrop is anchored by brent at 68  (-20.9% YoY); hh at 4  (+3.6% YoY). Macro context: local-economy GDP growth recently at 1.6%.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  ·  4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Positive quarterly surprise consistent with prior track record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OMR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46601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43652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092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8.4x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98288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0522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962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09344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71082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2522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10.7x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78444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62085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3525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13.2x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75680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34445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25885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13.1x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47472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7x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47472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10x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79" y="347472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12x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47472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37" name="Diamond 36"/>
          <p:cNvSpPr/>
          <p:nvPr/>
        </p:nvSpPr>
        <p:spPr>
          <a:xfrm>
            <a:off x="5707013" y="341985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1605" y="340156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(13.1x)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Emerging Markets ETF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$24.9B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+33.3% YTD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+31.9%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1208" y="8220456"/>
            <a:ext cx="1252728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73936" y="8220456"/>
            <a:ext cx="417575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75%   Hold 25%   Sell 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 analysts covering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OMR 0.54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OMR 0 —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+8.0% vs last close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