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JINDALSTEL.NS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JINDALSTEL.NS  ·  —  ·  —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31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1,277.55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+255410.0%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0.50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 0.00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 1.00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2148839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3346703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88920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 0.50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  |  Generated 13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the company sits in the — sector (—). Street consensus is buy (31 analysts covering); consensus target 1277.55.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06/2026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16.550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06/2026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166.6B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 est.)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 est.)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Next print: Jul 29, 2026 (period 06/2026)  ·  Consensus: Investing  ·  31 analysts covering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beat consensus by 69.8% last quarter; 2 of last 4 quarters above estimates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  |  Generated 13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9407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9A9A"/>
                </a:solidFill>
                <a:latin typeface="Calibri"/>
              </a:rPr>
              <a:t>No price history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77977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9A9A"/>
                </a:solidFill>
                <a:latin typeface="Calibri"/>
              </a:rPr>
              <a:t>No P/E history available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" y="8220456"/>
            <a:ext cx="1185377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06585" y="8220456"/>
            <a:ext cx="269403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75988" y="8220456"/>
            <a:ext cx="215523" cy="146304"/>
          </a:xfrm>
          <a:prstGeom prst="rect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70%   Hold 16%   Sell 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31 analysts covering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 1,277.55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 595 — 1,430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6488" y="8275320"/>
            <a:ext cx="1706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No broker actions in feed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  |  Generated 13 May 2026  |  Analyst: Jabal Research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