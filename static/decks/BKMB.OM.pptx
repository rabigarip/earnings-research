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Bank Muscat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BKMB.OM  ·  Financials  ·  Banks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3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OMR 0.47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+4.9%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 0.45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 3.4B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12.3x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4.79%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OMR 0.41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OMR 0.50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1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OMR 0.45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Bank Muscat sits in the Financials sector (Banks). Street consensus is buy (3 analysts covering); consensus target 0.47. The shares trade at a P/E around 12.3x trailing earnings. Macro context: local-economy GDP growth recently at 1.6%.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4.79%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—  ·  3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Positive quarterly surprise consistent with prior track record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OMR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594521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72161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601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92024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97885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9325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10.6x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92024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7885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9325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10.6x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54756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25209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6649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9.3x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949590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27230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8670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10.7x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174189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9534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10974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13.4x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1565826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543466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4906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12.8x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14191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96743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8183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12.3x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7x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10x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13x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15x</a:t>
            </a:r>
          </a:p>
        </p:txBody>
      </p:sp>
      <p:sp>
        <p:nvSpPr>
          <p:cNvPr id="49" name="Diamond 48"/>
          <p:cNvSpPr/>
          <p:nvPr/>
        </p:nvSpPr>
        <p:spPr>
          <a:xfrm>
            <a:off x="5369311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33903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(12.3x)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Emerging Markets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EEM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113535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634744" y="8220456"/>
            <a:ext cx="556767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66%   Hold 33%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3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OMR 0.47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OMR 0 —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+4.9%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75320"/>
            <a:ext cx="17068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9A"/>
                </a:solidFill>
                <a:latin typeface="Calibri"/>
              </a:rPr>
              <a:t>No broker actions in feed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