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Abu Dhabi Commercial Bank P.J.S.C.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ADCB.AE  ·  Financials  ·  Banks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16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AED 17.73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+25.9%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AED 14.08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AED 109.1B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7.2x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5.55%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AED 12.67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AED 15.49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19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AED 14.08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Abu Dhabi Commercial Bank P.J.S.C. sits in the Financials sector (Banks). Street consensus is buy (16 analysts covering); consensus target 17.73. The shares trade at a P/E around 7.2x trailing earnings. Macro context: local-economy GDP growth recently at 4.0%.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0.358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6.0B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5.55%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Jul 16, 2026 (period 06/2026)  ·  Consensus: Investing  ·  16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beat consensus by 23.2% last quarter; 4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AED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80157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79217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657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11.7x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1288049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65689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7129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85910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36742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182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8.6x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91347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91116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2556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8.8x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26690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44544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5984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9.9x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107357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51215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2655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9.3x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732230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09870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1310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8.2x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43317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10816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2256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7.2x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6x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8x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11x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13x</a:t>
            </a:r>
          </a:p>
        </p:txBody>
      </p:sp>
      <p:sp>
        <p:nvSpPr>
          <p:cNvPr id="49" name="Diamond 48"/>
          <p:cNvSpPr/>
          <p:nvPr/>
        </p:nvSpPr>
        <p:spPr>
          <a:xfrm>
            <a:off x="4383384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7976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(7.2x)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UAE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UAE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565909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87117" y="8220456"/>
            <a:ext cx="104393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93%   Hold 6%   Sell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16 analysts covering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AED 17.73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AED 16 — 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+25.9% vs last close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Apr. 28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United Securities Upgrades Abu Dhabi Commercial Bank to Strong Buy After Q1 Beat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Feb. 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Abu Dhabi Commercial Bank Kept at Buy as FAB Notes Q4 2025 Results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Feb. 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United Securities Keeps Abu Dhabi Commercial Bank at Buy Post-FY25 Earnings Beat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