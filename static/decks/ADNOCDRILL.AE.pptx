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ADNOCDRILL.AE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ADNOCDRILL.AE  ·  —  ·  —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16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6.47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+1194.0%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 0.00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 1.00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148839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34670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20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 0.50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  |  Generated 13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the company sits in the — sector (—). Street consensus is buy (16 analysts covering); consensus target 6.47.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1.2B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Jul 30, 2026 (period 06/2026)  ·  Consensus: Investing  ·  16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beat consensus by 13.2% last quarter; 3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  |  Generated 13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940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price history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797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P/E history available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" y="8220456"/>
            <a:ext cx="1565909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87117" y="8220456"/>
            <a:ext cx="104393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93%   Hold 6%   Sell 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16 analysts covering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 6.47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 6 — 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6488" y="8275320"/>
            <a:ext cx="1706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No broker actions in feed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  |  Generated 13 May 2026  |  Analyst: Jabal Research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