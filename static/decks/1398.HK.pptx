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06-10</c:v>
                </c:pt>
                <c:pt idx="5">
                  <c:v>06-17</c:v>
                </c:pt>
                <c:pt idx="6">
                  <c:v>06-24</c:v>
                </c:pt>
                <c:pt idx="7">
                  <c:v>07-02</c:v>
                </c:pt>
                <c:pt idx="8">
                  <c:v>07-09</c:v>
                </c:pt>
                <c:pt idx="9">
                  <c:v>07-16</c:v>
                </c:pt>
                <c:pt idx="10">
                  <c:v>07-23</c:v>
                </c:pt>
                <c:pt idx="11">
                  <c:v>07-30</c:v>
                </c:pt>
                <c:pt idx="12">
                  <c:v>08-06</c:v>
                </c:pt>
                <c:pt idx="13">
                  <c:v>08-13</c:v>
                </c:pt>
                <c:pt idx="14">
                  <c:v>08-20</c:v>
                </c:pt>
                <c:pt idx="15">
                  <c:v>08-27</c:v>
                </c:pt>
                <c:pt idx="16">
                  <c:v>09-03</c:v>
                </c:pt>
                <c:pt idx="17">
                  <c:v>09-10</c:v>
                </c:pt>
                <c:pt idx="18">
                  <c:v>09-17</c:v>
                </c:pt>
                <c:pt idx="19">
                  <c:v>09-24</c:v>
                </c:pt>
                <c:pt idx="20">
                  <c:v>10-02</c:v>
                </c:pt>
                <c:pt idx="21">
                  <c:v>10-10</c:v>
                </c:pt>
                <c:pt idx="22">
                  <c:v>10-17</c:v>
                </c:pt>
                <c:pt idx="23">
                  <c:v>10-24</c:v>
                </c:pt>
                <c:pt idx="24">
                  <c:v>11-03</c:v>
                </c:pt>
                <c:pt idx="25">
                  <c:v>11-10</c:v>
                </c:pt>
                <c:pt idx="26">
                  <c:v>11-17</c:v>
                </c:pt>
                <c:pt idx="27">
                  <c:v>11-24</c:v>
                </c:pt>
                <c:pt idx="28">
                  <c:v>12-01</c:v>
                </c:pt>
                <c:pt idx="29">
                  <c:v>12-08</c:v>
                </c:pt>
                <c:pt idx="30">
                  <c:v>12-15</c:v>
                </c:pt>
                <c:pt idx="31">
                  <c:v>12-22</c:v>
                </c:pt>
                <c:pt idx="32">
                  <c:v>12-31</c:v>
                </c:pt>
                <c:pt idx="33">
                  <c:v>01-08</c:v>
                </c:pt>
                <c:pt idx="34">
                  <c:v>01-15</c:v>
                </c:pt>
                <c:pt idx="35">
                  <c:v>01-22</c:v>
                </c:pt>
                <c:pt idx="36">
                  <c:v>01-29</c:v>
                </c:pt>
                <c:pt idx="37">
                  <c:v>02-05</c:v>
                </c:pt>
                <c:pt idx="38">
                  <c:v>02-12</c:v>
                </c:pt>
                <c:pt idx="39">
                  <c:v>02-24</c:v>
                </c:pt>
                <c:pt idx="40">
                  <c:v>03-03</c:v>
                </c:pt>
                <c:pt idx="41">
                  <c:v>03-10</c:v>
                </c:pt>
                <c:pt idx="42">
                  <c:v>03-17</c:v>
                </c:pt>
                <c:pt idx="43">
                  <c:v>03-24</c:v>
                </c:pt>
                <c:pt idx="44">
                  <c:v>03-31</c:v>
                </c:pt>
                <c:pt idx="45">
                  <c:v>04-10</c:v>
                </c:pt>
                <c:pt idx="46">
                  <c:v>04-17</c:v>
                </c:pt>
                <c:pt idx="47">
                  <c:v>04-24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5.570000171661377</c:v>
                </c:pt>
                <c:pt idx="1">
                  <c:v>5.619999885559082</c:v>
                </c:pt>
                <c:pt idx="2">
                  <c:v>5.699999809265137</c:v>
                </c:pt>
                <c:pt idx="3">
                  <c:v>5.800000190734863</c:v>
                </c:pt>
                <c:pt idx="4">
                  <c:v>6.019999980926514</c:v>
                </c:pt>
                <c:pt idx="5">
                  <c:v>6.090000152587891</c:v>
                </c:pt>
                <c:pt idx="6">
                  <c:v>6.400000095367432</c:v>
                </c:pt>
                <c:pt idx="7">
                  <c:v>6.340000152587891</c:v>
                </c:pt>
                <c:pt idx="8">
                  <c:v>6.099999904632568</c:v>
                </c:pt>
                <c:pt idx="9">
                  <c:v>6.21999979019165</c:v>
                </c:pt>
                <c:pt idx="10">
                  <c:v>6.150000095367432</c:v>
                </c:pt>
                <c:pt idx="11">
                  <c:v>6.050000190734863</c:v>
                </c:pt>
                <c:pt idx="12">
                  <c:v>6.110000133514404</c:v>
                </c:pt>
                <c:pt idx="13">
                  <c:v>6.159999847412109</c:v>
                </c:pt>
                <c:pt idx="14">
                  <c:v>5.929999828338623</c:v>
                </c:pt>
                <c:pt idx="15">
                  <c:v>5.769999980926514</c:v>
                </c:pt>
                <c:pt idx="16">
                  <c:v>5.739999771118164</c:v>
                </c:pt>
                <c:pt idx="17">
                  <c:v>6.0</c:v>
                </c:pt>
                <c:pt idx="18">
                  <c:v>5.980000019073486</c:v>
                </c:pt>
                <c:pt idx="19">
                  <c:v>5.809999942779541</c:v>
                </c:pt>
                <c:pt idx="20">
                  <c:v>5.730000019073486</c:v>
                </c:pt>
                <c:pt idx="21">
                  <c:v>5.659999847412109</c:v>
                </c:pt>
                <c:pt idx="22">
                  <c:v>5.809999942779541</c:v>
                </c:pt>
                <c:pt idx="23">
                  <c:v>6.070000171661377</c:v>
                </c:pt>
                <c:pt idx="24">
                  <c:v>6.170000076293945</c:v>
                </c:pt>
                <c:pt idx="25">
                  <c:v>6.449999809265137</c:v>
                </c:pt>
                <c:pt idx="26">
                  <c:v>6.510000228881836</c:v>
                </c:pt>
                <c:pt idx="27">
                  <c:v>6.489999771118164</c:v>
                </c:pt>
                <c:pt idx="28">
                  <c:v>6.460000038146973</c:v>
                </c:pt>
                <c:pt idx="29">
                  <c:v>6.110000133514404</c:v>
                </c:pt>
                <c:pt idx="30">
                  <c:v>6.090000152587891</c:v>
                </c:pt>
                <c:pt idx="31">
                  <c:v>6.130000114440918</c:v>
                </c:pt>
                <c:pt idx="32">
                  <c:v>6.239999771118164</c:v>
                </c:pt>
                <c:pt idx="33">
                  <c:v>6.099999904632568</c:v>
                </c:pt>
                <c:pt idx="34">
                  <c:v>6.340000152587891</c:v>
                </c:pt>
                <c:pt idx="35">
                  <c:v>6.170000076293945</c:v>
                </c:pt>
                <c:pt idx="36">
                  <c:v>6.639999866485596</c:v>
                </c:pt>
                <c:pt idx="37">
                  <c:v>6.460000038146973</c:v>
                </c:pt>
                <c:pt idx="38">
                  <c:v>6.5</c:v>
                </c:pt>
                <c:pt idx="39">
                  <c:v>6.449999809265137</c:v>
                </c:pt>
                <c:pt idx="40">
                  <c:v>6.449999809265137</c:v>
                </c:pt>
                <c:pt idx="41">
                  <c:v>6.28000020980835</c:v>
                </c:pt>
                <c:pt idx="42">
                  <c:v>6.539999961853027</c:v>
                </c:pt>
                <c:pt idx="43">
                  <c:v>6.510000228881836</c:v>
                </c:pt>
                <c:pt idx="44">
                  <c:v>6.860000133514404</c:v>
                </c:pt>
                <c:pt idx="45">
                  <c:v>6.96999979019165</c:v>
                </c:pt>
                <c:pt idx="46">
                  <c:v>7.03000020980835</c:v>
                </c:pt>
                <c:pt idx="47">
                  <c:v>7.260000228881836</c:v>
                </c:pt>
                <c:pt idx="48">
                  <c:v>6.920000076293945</c:v>
                </c:pt>
                <c:pt idx="49">
                  <c:v>6.980000019073486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Industrial and Commercial Bank of China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1398.HK  ·  Financials  ·  Banks—Diversified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CNY 8.05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+31.6%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6.12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2.55T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5.4x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496.00%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-0.7%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+8.9%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+12.2%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+10.4%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CNY 5.55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CNY 7.26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1422506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2620370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62586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CNY 6.12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Industrial and Commercial Bank of China Limited sits in the Financials sector (Banks—Diversified). Street consensus is buy (16 analysts covering); consensus target 8.05. The shares trade at a P/E around 5.4x trailing earnings. Macro context: local-economy GDP growth recently at 2.5%.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210.8B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496.00%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Aug 28, 2026 (period 06/2026)  ·  Consensus: Investing  ·  16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4.0% last quarter; 2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CNY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54850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142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582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3.8x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49002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7666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9106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3.7x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41400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91648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3088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3.5x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26775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45393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6833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5.0x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64784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5486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6926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5.7x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181157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89218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80658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5.9x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167708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54724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6164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5.7x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147826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55906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46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5.4x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3x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4x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5x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7x</a:t>
            </a:r>
          </a:p>
        </p:txBody>
      </p:sp>
      <p:sp>
        <p:nvSpPr>
          <p:cNvPr id="49" name="Diamond 48"/>
          <p:cNvSpPr/>
          <p:nvPr/>
        </p:nvSpPr>
        <p:spPr>
          <a:xfrm>
            <a:off x="5428474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93066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(5.4x)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China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MCHI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565909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87117" y="8220456"/>
            <a:ext cx="10439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6%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16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CNY 8.05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CNY 5 — 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+31.6%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24-04-19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Industrial And Commercial Bank of China's Price Target to HK$5.08 From HK$4.73, Keep at Buy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24-01-26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Industrial And Commercial Bank of China's Price Target to HK$4.73 from HK$4.78, Keeps at Buy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23-09-22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Industrial and Commercial Bank of China's Price Target to HK$4.78 From HK$4.9, Keeps at Buy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