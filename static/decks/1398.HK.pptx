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1398.HK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1398.HK  ·  —  ·  —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16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8.05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+1509.2%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0.50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 0.00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 1.00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2148839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3346703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88920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 0.50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the company sits in the — sector (—). Street consensus is buy (16 analysts covering); consensus target 8.05.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06/2026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0.240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06/2026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210.8B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Next print: Aug 28, 2026 (period 06/2026)  ·  Consensus: Investing  ·  16 analysts covering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missed consensus by 4.0% last quarter; 2 of last 4 quarters above estimates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  |  Generated 13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9407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9A9A"/>
                </a:solidFill>
                <a:latin typeface="Calibri"/>
              </a:rPr>
              <a:t>No price history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77977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9A9A"/>
                </a:solidFill>
                <a:latin typeface="Calibri"/>
              </a:rPr>
              <a:t>No P/E history available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1208" y="8220456"/>
            <a:ext cx="1565909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087117" y="8220456"/>
            <a:ext cx="104393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93%   Hold 6%   Sell 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16 analysts covering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 8.05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 5 — 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6488" y="8275320"/>
            <a:ext cx="17068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9A"/>
                </a:solidFill>
                <a:latin typeface="Calibri"/>
              </a:rPr>
              <a:t>No broker actions in feed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  |  Generated 13 May 2026  |  Analyst: Jabal Research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