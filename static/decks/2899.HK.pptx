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06-10</c:v>
                </c:pt>
                <c:pt idx="5">
                  <c:v>06-17</c:v>
                </c:pt>
                <c:pt idx="6">
                  <c:v>06-24</c:v>
                </c:pt>
                <c:pt idx="7">
                  <c:v>07-02</c:v>
                </c:pt>
                <c:pt idx="8">
                  <c:v>07-09</c:v>
                </c:pt>
                <c:pt idx="9">
                  <c:v>07-16</c:v>
                </c:pt>
                <c:pt idx="10">
                  <c:v>07-23</c:v>
                </c:pt>
                <c:pt idx="11">
                  <c:v>07-30</c:v>
                </c:pt>
                <c:pt idx="12">
                  <c:v>08-06</c:v>
                </c:pt>
                <c:pt idx="13">
                  <c:v>08-13</c:v>
                </c:pt>
                <c:pt idx="14">
                  <c:v>08-20</c:v>
                </c:pt>
                <c:pt idx="15">
                  <c:v>08-27</c:v>
                </c:pt>
                <c:pt idx="16">
                  <c:v>09-03</c:v>
                </c:pt>
                <c:pt idx="17">
                  <c:v>09-10</c:v>
                </c:pt>
                <c:pt idx="18">
                  <c:v>09-17</c:v>
                </c:pt>
                <c:pt idx="19">
                  <c:v>09-24</c:v>
                </c:pt>
                <c:pt idx="20">
                  <c:v>10-02</c:v>
                </c:pt>
                <c:pt idx="21">
                  <c:v>10-10</c:v>
                </c:pt>
                <c:pt idx="22">
                  <c:v>10-17</c:v>
                </c:pt>
                <c:pt idx="23">
                  <c:v>10-24</c:v>
                </c:pt>
                <c:pt idx="24">
                  <c:v>11-03</c:v>
                </c:pt>
                <c:pt idx="25">
                  <c:v>11-10</c:v>
                </c:pt>
                <c:pt idx="26">
                  <c:v>11-17</c:v>
                </c:pt>
                <c:pt idx="27">
                  <c:v>11-24</c:v>
                </c:pt>
                <c:pt idx="28">
                  <c:v>12-01</c:v>
                </c:pt>
                <c:pt idx="29">
                  <c:v>12-08</c:v>
                </c:pt>
                <c:pt idx="30">
                  <c:v>12-15</c:v>
                </c:pt>
                <c:pt idx="31">
                  <c:v>12-22</c:v>
                </c:pt>
                <c:pt idx="32">
                  <c:v>12-31</c:v>
                </c:pt>
                <c:pt idx="33">
                  <c:v>01-08</c:v>
                </c:pt>
                <c:pt idx="34">
                  <c:v>01-15</c:v>
                </c:pt>
                <c:pt idx="35">
                  <c:v>01-22</c:v>
                </c:pt>
                <c:pt idx="36">
                  <c:v>01-29</c:v>
                </c:pt>
                <c:pt idx="37">
                  <c:v>02-05</c:v>
                </c:pt>
                <c:pt idx="38">
                  <c:v>02-12</c:v>
                </c:pt>
                <c:pt idx="39">
                  <c:v>02-24</c:v>
                </c:pt>
                <c:pt idx="40">
                  <c:v>03-03</c:v>
                </c:pt>
                <c:pt idx="41">
                  <c:v>03-10</c:v>
                </c:pt>
                <c:pt idx="42">
                  <c:v>03-17</c:v>
                </c:pt>
                <c:pt idx="43">
                  <c:v>03-24</c:v>
                </c:pt>
                <c:pt idx="44">
                  <c:v>03-31</c:v>
                </c:pt>
                <c:pt idx="45">
                  <c:v>04-10</c:v>
                </c:pt>
                <c:pt idx="46">
                  <c:v>04-17</c:v>
                </c:pt>
                <c:pt idx="47">
                  <c:v>04-24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17.5</c:v>
                </c:pt>
                <c:pt idx="1">
                  <c:v>17.5</c:v>
                </c:pt>
                <c:pt idx="2">
                  <c:v>17.860000610351562</c:v>
                </c:pt>
                <c:pt idx="3">
                  <c:v>18.15999984741211</c:v>
                </c:pt>
                <c:pt idx="4">
                  <c:v>18.399999618530273</c:v>
                </c:pt>
                <c:pt idx="5">
                  <c:v>19.700000762939453</c:v>
                </c:pt>
                <c:pt idx="6">
                  <c:v>19.260000228881836</c:v>
                </c:pt>
                <c:pt idx="7">
                  <c:v>20.600000381469727</c:v>
                </c:pt>
                <c:pt idx="8">
                  <c:v>20.0</c:v>
                </c:pt>
                <c:pt idx="9">
                  <c:v>20.549999237060547</c:v>
                </c:pt>
                <c:pt idx="10">
                  <c:v>22.700000762939453</c:v>
                </c:pt>
                <c:pt idx="11">
                  <c:v>22.299999237060547</c:v>
                </c:pt>
                <c:pt idx="12">
                  <c:v>22.200000762939453</c:v>
                </c:pt>
                <c:pt idx="13">
                  <c:v>23.700000762939453</c:v>
                </c:pt>
                <c:pt idx="14">
                  <c:v>23.260000228881836</c:v>
                </c:pt>
                <c:pt idx="15">
                  <c:v>24.739999771118164</c:v>
                </c:pt>
                <c:pt idx="16">
                  <c:v>27.600000381469727</c:v>
                </c:pt>
                <c:pt idx="17">
                  <c:v>29.0</c:v>
                </c:pt>
                <c:pt idx="18">
                  <c:v>28.780000686645508</c:v>
                </c:pt>
                <c:pt idx="19">
                  <c:v>29.639999389648438</c:v>
                </c:pt>
                <c:pt idx="20">
                  <c:v>33.900001525878906</c:v>
                </c:pt>
                <c:pt idx="21">
                  <c:v>33.65999984741211</c:v>
                </c:pt>
                <c:pt idx="22">
                  <c:v>32.599998474121094</c:v>
                </c:pt>
                <c:pt idx="23">
                  <c:v>32.560001373291016</c:v>
                </c:pt>
                <c:pt idx="24">
                  <c:v>31.719999313354492</c:v>
                </c:pt>
                <c:pt idx="25">
                  <c:v>33.18000030517578</c:v>
                </c:pt>
                <c:pt idx="26">
                  <c:v>32.119998931884766</c:v>
                </c:pt>
                <c:pt idx="27">
                  <c:v>30.3799991607666</c:v>
                </c:pt>
                <c:pt idx="28">
                  <c:v>32.31999969482422</c:v>
                </c:pt>
                <c:pt idx="29">
                  <c:v>33.939998626708984</c:v>
                </c:pt>
                <c:pt idx="30">
                  <c:v>34.459999084472656</c:v>
                </c:pt>
                <c:pt idx="31">
                  <c:v>35.380001068115234</c:v>
                </c:pt>
                <c:pt idx="32">
                  <c:v>35.65999984741211</c:v>
                </c:pt>
                <c:pt idx="33">
                  <c:v>37.20000076293945</c:v>
                </c:pt>
                <c:pt idx="34">
                  <c:v>40.0</c:v>
                </c:pt>
                <c:pt idx="35">
                  <c:v>39.97999954223633</c:v>
                </c:pt>
                <c:pt idx="36">
                  <c:v>46.13999938964844</c:v>
                </c:pt>
                <c:pt idx="37">
                  <c:v>39.65999984741211</c:v>
                </c:pt>
                <c:pt idx="38">
                  <c:v>45.02000045776367</c:v>
                </c:pt>
                <c:pt idx="39">
                  <c:v>44.02000045776367</c:v>
                </c:pt>
                <c:pt idx="40">
                  <c:v>43.220001220703125</c:v>
                </c:pt>
                <c:pt idx="41">
                  <c:v>39.939998626708984</c:v>
                </c:pt>
                <c:pt idx="42">
                  <c:v>36.939998626708984</c:v>
                </c:pt>
                <c:pt idx="43">
                  <c:v>34.86000061035156</c:v>
                </c:pt>
                <c:pt idx="44">
                  <c:v>34.36000061035156</c:v>
                </c:pt>
                <c:pt idx="45">
                  <c:v>36.47999954223633</c:v>
                </c:pt>
                <c:pt idx="46">
                  <c:v>36.619998931884766</c:v>
                </c:pt>
                <c:pt idx="47">
                  <c:v>36.79999923706055</c:v>
                </c:pt>
                <c:pt idx="48">
                  <c:v>35.79999923706055</c:v>
                </c:pt>
                <c:pt idx="49">
                  <c:v>37.779998779296875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Zijin Mining Group Company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2899.HK  ·  Basic Materials  ·  Gold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15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CNY 51.89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+50.1%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34.58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905.9B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9.6x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3.20%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+4.1%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+6.1%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-6.8%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+29.3%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+5.1%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CNY 17.32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CNY 46.14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573836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771700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3916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CNY 34.58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Zijin Mining Group Company Limited sits in the Basic Materials sector (Gold). Street consensus is buy (15 analysts covering); consensus target 51.89. The shares trade at a P/E around 9.6x trailing earnings. The macro and commodity backdrop is anchored by copper at 9400 $/mt (+6.0% YoY); gold at 2375 $/oz (+18.0% YoY). Macro context: local-economy GDP growth recently at 2.5%.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180.6B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3.20%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Aug 26, 2026 (period 06/2026)  ·  Consensus: Investing  ·  15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7.4% last quarter; 3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CNY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52384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01480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2920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16.2x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98525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62894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4334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13.2x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41612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93763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5203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15.6x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87753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55176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6616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12.6x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84699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24632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6072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18.0x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66210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39742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1182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44666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24307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5747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10.2x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346131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23771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5211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9.6x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8x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12x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16x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21x</a:t>
            </a:r>
          </a:p>
        </p:txBody>
      </p:sp>
      <p:sp>
        <p:nvSpPr>
          <p:cNvPr id="49" name="Diamond 48"/>
          <p:cNvSpPr/>
          <p:nvPr/>
        </p:nvSpPr>
        <p:spPr>
          <a:xfrm>
            <a:off x="4296339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0931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(9.6x)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China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MCHI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670303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100%   Hold 0%   Sell 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15 analysts covering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CNY 51.89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CNY 44 — 58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+50.1% vs last close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Mar. 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Jefferies Adjusts Zijin Mining Group's Price Target to HK$49.10 From HK$46.90, Keeps at Buy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Mar. 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Jefferies Adjusts Zijin Mining Group's Price Target to 45.30 Yuan From 43.30 Yuan, Keeps at Buy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Jan. 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Jefferies Adjusts Zijin Mining Group's Price Target to HK$46.90 from HK$38.10, Keeps at Buy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