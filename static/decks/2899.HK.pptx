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2899.HK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2899.HK  ·  —  ·  —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15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51.89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+10278.0%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 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 1.00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20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 0.50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the company sits in the — sector (—). Street consensus is buy (15 analysts covering); consensus target 51.89.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0.700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180.6B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Aug 26, 2026 (period 06/2026)  ·  Consensus: Investing  ·  15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missed consensus by 7.4% last quarter; 3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797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P/E history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" y="8220456"/>
            <a:ext cx="1670303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100%   Hold 0%   Sell 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15 analysts covering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 51.89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 44 — 58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6488" y="8275320"/>
            <a:ext cx="1706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Calibri"/>
              </a:rPr>
              <a:t>No broker actions in feed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  |  Generated 13 May 2026  |  Analyst: Jabal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