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ICICIBANK.BO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ICICIBANK.BO  ·  —  ·  —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40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1,669.80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+333860.0%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 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2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 0.50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the company sits in the — sector (—). Street consensus is buy (40 analysts covering); consensus target 1669.80.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—  ·  40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6.4% last quarter; 3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797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P/E history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" y="8220456"/>
            <a:ext cx="1586788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07996" y="8220456"/>
            <a:ext cx="83515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95%   Hold 5%   Sell 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40 analysts covering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 1,669.80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 1,500 — 1,860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