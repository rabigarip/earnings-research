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07-01</c:v>
                </c:pt>
                <c:pt idx="8">
                  <c:v>07-08</c:v>
                </c:pt>
                <c:pt idx="9">
                  <c:v>07-15</c:v>
                </c:pt>
                <c:pt idx="10">
                  <c:v>07-22</c:v>
                </c:pt>
                <c:pt idx="11">
                  <c:v>07-29</c:v>
                </c:pt>
                <c:pt idx="12">
                  <c:v>08-05</c:v>
                </c:pt>
                <c:pt idx="13">
                  <c:v>08-12</c:v>
                </c:pt>
                <c:pt idx="14">
                  <c:v>08-20</c:v>
                </c:pt>
                <c:pt idx="15">
                  <c:v>08-28</c:v>
                </c:pt>
                <c:pt idx="16">
                  <c:v>09-04</c:v>
                </c:pt>
                <c:pt idx="17">
                  <c:v>09-11</c:v>
                </c:pt>
                <c:pt idx="18">
                  <c:v>09-18</c:v>
                </c:pt>
                <c:pt idx="19">
                  <c:v>09-25</c:v>
                </c:pt>
                <c:pt idx="20">
                  <c:v>10-03</c:v>
                </c:pt>
                <c:pt idx="21">
                  <c:v>10-10</c:v>
                </c:pt>
                <c:pt idx="22">
                  <c:v>10-17</c:v>
                </c:pt>
                <c:pt idx="23">
                  <c:v>10-27</c:v>
                </c:pt>
                <c:pt idx="24">
                  <c:v>11-03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12-31</c:v>
                </c:pt>
                <c:pt idx="33">
                  <c:v>01-07</c:v>
                </c:pt>
                <c:pt idx="34">
                  <c:v>01-14</c:v>
                </c:pt>
                <c:pt idx="35">
                  <c:v>01-22</c:v>
                </c:pt>
                <c:pt idx="36">
                  <c:v>01-30</c:v>
                </c:pt>
                <c:pt idx="37">
                  <c:v>02-06</c:v>
                </c:pt>
                <c:pt idx="38">
                  <c:v>02-13</c:v>
                </c:pt>
                <c:pt idx="39">
                  <c:v>02-20</c:v>
                </c:pt>
                <c:pt idx="40">
                  <c:v>02-27</c:v>
                </c:pt>
                <c:pt idx="41">
                  <c:v>03-09</c:v>
                </c:pt>
                <c:pt idx="42">
                  <c:v>03-16</c:v>
                </c:pt>
                <c:pt idx="43">
                  <c:v>03-23</c:v>
                </c:pt>
                <c:pt idx="44">
                  <c:v>04-01</c:v>
                </c:pt>
                <c:pt idx="45">
                  <c:v>04-09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1431.0999755859375</c:v>
                </c:pt>
                <c:pt idx="1">
                  <c:v>1437.550048828125</c:v>
                </c:pt>
                <c:pt idx="2">
                  <c:v>1447.050048828125</c:v>
                </c:pt>
                <c:pt idx="3">
                  <c:v>1438.0</c:v>
                </c:pt>
                <c:pt idx="4">
                  <c:v>1422.9000244140625</c:v>
                </c:pt>
                <c:pt idx="5">
                  <c:v>1423.050048828125</c:v>
                </c:pt>
                <c:pt idx="6">
                  <c:v>1423.9000244140625</c:v>
                </c:pt>
                <c:pt idx="7">
                  <c:v>1432.0</c:v>
                </c:pt>
                <c:pt idx="8">
                  <c:v>1442.1500244140625</c:v>
                </c:pt>
                <c:pt idx="9">
                  <c:v>1431.449951171875</c:v>
                </c:pt>
                <c:pt idx="10">
                  <c:v>1473.550048828125</c:v>
                </c:pt>
                <c:pt idx="11">
                  <c:v>1486.25</c:v>
                </c:pt>
                <c:pt idx="12">
                  <c:v>1444.300048828125</c:v>
                </c:pt>
                <c:pt idx="13">
                  <c:v>1422.0999755859375</c:v>
                </c:pt>
                <c:pt idx="14">
                  <c:v>1430.25</c:v>
                </c:pt>
                <c:pt idx="15">
                  <c:v>1398.800048828125</c:v>
                </c:pt>
                <c:pt idx="16">
                  <c:v>1405.6500244140625</c:v>
                </c:pt>
                <c:pt idx="17">
                  <c:v>1401.800048828125</c:v>
                </c:pt>
                <c:pt idx="18">
                  <c:v>1421.8499755859375</c:v>
                </c:pt>
                <c:pt idx="19">
                  <c:v>1375.5</c:v>
                </c:pt>
                <c:pt idx="20">
                  <c:v>1365.0</c:v>
                </c:pt>
                <c:pt idx="21">
                  <c:v>1380.6500244140625</c:v>
                </c:pt>
                <c:pt idx="22">
                  <c:v>1436.699951171875</c:v>
                </c:pt>
                <c:pt idx="23">
                  <c:v>1377.699951171875</c:v>
                </c:pt>
                <c:pt idx="24">
                  <c:v>1345.5999755859375</c:v>
                </c:pt>
                <c:pt idx="25">
                  <c:v>1358.4000244140625</c:v>
                </c:pt>
                <c:pt idx="26">
                  <c:v>1371.9000244140625</c:v>
                </c:pt>
                <c:pt idx="27">
                  <c:v>1358.050048828125</c:v>
                </c:pt>
                <c:pt idx="28">
                  <c:v>1372.6500244140625</c:v>
                </c:pt>
                <c:pt idx="29">
                  <c:v>1374.9000244140625</c:v>
                </c:pt>
                <c:pt idx="30">
                  <c:v>1366.0</c:v>
                </c:pt>
                <c:pt idx="31">
                  <c:v>1363.050048828125</c:v>
                </c:pt>
                <c:pt idx="32">
                  <c:v>1342.9000244140625</c:v>
                </c:pt>
                <c:pt idx="33">
                  <c:v>1428.449951171875</c:v>
                </c:pt>
                <c:pt idx="34">
                  <c:v>1418.1500244140625</c:v>
                </c:pt>
                <c:pt idx="35">
                  <c:v>1345.6500244140625</c:v>
                </c:pt>
                <c:pt idx="36">
                  <c:v>1355.050048828125</c:v>
                </c:pt>
                <c:pt idx="37">
                  <c:v>1406.6500244140625</c:v>
                </c:pt>
                <c:pt idx="38">
                  <c:v>1414.3499755859375</c:v>
                </c:pt>
                <c:pt idx="39">
                  <c:v>1393.550048828125</c:v>
                </c:pt>
                <c:pt idx="40">
                  <c:v>1379.0</c:v>
                </c:pt>
                <c:pt idx="41">
                  <c:v>1277.4000244140625</c:v>
                </c:pt>
                <c:pt idx="42">
                  <c:v>1273.0</c:v>
                </c:pt>
                <c:pt idx="43">
                  <c:v>1222.6500244140625</c:v>
                </c:pt>
                <c:pt idx="44">
                  <c:v>1212.550048828125</c:v>
                </c:pt>
                <c:pt idx="45">
                  <c:v>1280.75</c:v>
                </c:pt>
                <c:pt idx="46">
                  <c:v>1347.5</c:v>
                </c:pt>
                <c:pt idx="47">
                  <c:v>1326.300048828125</c:v>
                </c:pt>
                <c:pt idx="48">
                  <c:v>1270.949951171875</c:v>
                </c:pt>
                <c:pt idx="49">
                  <c:v>1266.1500244140625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ICICI Bank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ICICIBANK.BO  ·  Financials  ·  Banks—Diversified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40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INR 1,669.80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+35.2%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1,235.10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8.89T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1.24%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-0.4%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-3.5%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-6.6%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-11.5%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-7.7%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INR 1,205.20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INR 1,488.65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53345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1651209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3425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INR 1,235.10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ICICI Bank Limited sits in the Financials sector (Banks—Diversified). Street consensus is buy (40 analysts covering); consensus target 1669.80. The shares trade at a P/E around 13.6x trailing earnings. Macro context: local-economy GDP growth recently at 6.5%.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19.350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69.725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1.20T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(FY+1 est.)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79.415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72414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7424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(FY+1)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1.36T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7424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0167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772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6016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Yahoo  ·  40 analysts covering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64" name="Oval 63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6.4% last quarter; 3 of last 4 quarters above estimates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73" name="Oval 72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75" name="Oval 74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77" name="Oval 76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INR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83751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5158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6598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24.6x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150269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8033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177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22.1x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15447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32115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3555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19.5x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1009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78543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983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28840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66045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7485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20.5x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7322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5086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4230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64554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2318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1462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15.7x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6428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41929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3369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11x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22x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14497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908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(13.6x)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India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86788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7996" y="8220456"/>
            <a:ext cx="83515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95%   Hold 5%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40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INR 1,669.80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INR 1,500 — 1,860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+35.2%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ICICI Bank's Price Target to INR1,620 From INR1,535, Keeps at Buy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ICICI Bank's Price Target to INR1,535 From INR1,735, Keeps at Buy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Jan. 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Avendus Spark Upgrades ICICI Bank to Buy from Add; Price Target is INR1,627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